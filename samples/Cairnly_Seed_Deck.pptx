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none of the 22 practices we interviewed tracked usage per procedure. Most said the rep's suggested order is the default because nobody has time to check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Cairnly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Supply ordering for independent dental practices</a:t>
            </a:r>
          </a:p>
          <a:p>
            <a:pPr>
              <a:defRPr sz="2200"/>
            </a:pPr>
            <a:r>
              <a:t>Seed round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Independent dental practices spend 6-8% of revenue on clinical supplies.</a:t>
            </a:r>
          </a:p>
          <a:p>
            <a:pPr>
              <a:defRPr sz="2200"/>
            </a:pPr>
            <a:r>
              <a:t>Ordering is run by the office manager on top of the front desk job.</a:t>
            </a:r>
          </a:p>
          <a:p>
            <a:pPr>
              <a:defRPr sz="2200"/>
            </a:pPr>
            <a:r>
              <a:t>Practices we interviewed reported 3 stockouts of a critical item per quarter.</a:t>
            </a:r>
          </a:p>
          <a:p>
            <a:pPr>
              <a:defRPr sz="2200"/>
            </a:pPr>
            <a:r>
              <a:t>Office managers spend about 5 hours a week on ordering and reconciling invoices.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practices order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1. Office manager walks the supply closet and updates a spreadsheet</a:t>
            </a:r>
          </a:p>
          <a:p>
            <a:pPr>
              <a:defRPr sz="2200"/>
            </a:pPr>
            <a:r>
              <a:t>2. The distributor rep visits monthly and suggests a re-order</a:t>
            </a:r>
          </a:p>
          <a:p>
            <a:pPr>
              <a:defRPr sz="2200"/>
            </a:pPr>
            <a:r>
              <a:t>3. Gaps are filled from Amazon Business or a second distributor at retail prices</a:t>
            </a:r>
          </a:p>
          <a:p>
            <a:pPr>
              <a:defRPr sz="2200"/>
            </a:pPr>
            <a:r>
              <a:t>4. Invoices are matched to deliveries by hand at month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Cairnly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Connects to the practice management system and reads scheduled procedures</a:t>
            </a:r>
          </a:p>
          <a:p>
            <a:pPr>
              <a:defRPr sz="2200"/>
            </a:pPr>
            <a:r>
              <a:t>Forecasts supply usage per procedure and flags low stock before it runs out</a:t>
            </a:r>
          </a:p>
          <a:p>
            <a:pPr>
              <a:defRPr sz="2200"/>
            </a:pPr>
            <a:r>
              <a:t>Places orders across distributors at the best contracted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About 135,000 dental practices in the US; roughly 70% are independent (company estimate).</a:t>
            </a:r>
          </a:p>
          <a:p>
            <a:pPr>
              <a:defRPr sz="2200"/>
            </a:pPr>
            <a:r>
              <a:t>Supply distribution is concentrated in two national distributors who run their own ordering portals.</a:t>
            </a:r>
          </a:p>
          <a:p>
            <a:pPr>
              <a:defRPr sz="2200"/>
            </a:pPr>
            <a:r>
              <a:t>DSOs are consolidating practices and centralizing purchasing, which squeezes independents on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r>
                        <a:t>Alternative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How practices use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Distributor portals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 with the distributor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Locked to one distributor's catalog and prices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Spreadsheets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Office manager tracks counts by 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usage forecast; depends on one person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Group purchasing orgs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Negotiate discounts for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 only; no ordering workflow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Horizontal inventory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stock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link to the procedure schedule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14 practices in pilot across Ohio and Michigan</a:t>
            </a:r>
          </a:p>
          <a:p>
            <a:pPr>
              <a:defRPr sz="2200"/>
            </a:pPr>
            <a:r>
              <a:t>5 paying customers at $249 per location per month</a:t>
            </a:r>
          </a:p>
          <a:p>
            <a:pPr>
              <a:defRPr sz="2200"/>
            </a:pPr>
            <a:r>
              <a:t>Pilot practices cut supply spend 11% on average over 90 days (internal data, n=5)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100584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Maya Okafor, CEO - 8 years running operations for a 30-location dental group</a:t>
            </a:r>
          </a:p>
          <a:p>
            <a:pPr>
              <a:defRPr sz="2200"/>
            </a:pPr>
            <a:r>
              <a:t>Dev Raman, CTO - previously built ordering systems at a restaurant-supply marketplace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Raising $1.5M seed to reach 150 paying locations in 18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