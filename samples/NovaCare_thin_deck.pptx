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NovaCare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future of healthcare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are building an AI platform for healthcare.</a:t>
            </a:r>
          </a:p>
          <a:p>
            <a:r>
              <a:t>Huge opportunity.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Experienced founders with a passion for innovation.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Raising $2M.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